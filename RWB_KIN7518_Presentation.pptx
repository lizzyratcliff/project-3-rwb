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/>
            </a:pPr>
            <a:r>
              <a:t>Conflict, Morality &amp; Polarization</a:t>
            </a:r>
          </a:p>
          <a:p>
            <a:r>
              <a:t>in Sport–Politics Social Comments (B50)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Group RWB — KIN 7518 (Social Issues in Sport)</a:t>
            </a:r>
          </a:p>
          <a:p>
            <a:pPr>
              <a:defRPr sz="1800"/>
            </a:pPr>
            <a:r>
              <a:t>Elizabeth Ratcliff · Jardyn Washington · Isabelle Besselman</a:t>
            </a:r>
          </a:p>
          <a:p>
            <a:pPr>
              <a:defRPr sz="1800"/>
            </a:pPr>
            <a:r>
              <a:t>April 13,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Social issue context &amp;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problem: When sport and politics overlap online, comment sections become sites of moral outrage (virtue/vice, harm, betrayal) and partisan sorting — not just “sports talk.”</a:t>
            </a:r>
          </a:p>
          <a:p>
            <a:pPr>
              <a:defRPr sz="2000"/>
            </a:pPr>
            <a:r>
              <a:t>Context: B50 captures audience comments on hybrid sport–politics crossover content with substantial Trump-related political talk (golf/sports crossover, public-figure media).</a:t>
            </a:r>
          </a:p>
          <a:p>
            <a:pPr>
              <a:defRPr sz="2000"/>
            </a:pPr>
            <a:r>
              <a:t>Research question: How do moralized discourse and polarization cues differ across Instagram, X, and YouTube — and how do those categories relate to visible engagement (likes; plus X retweets/replies) within each platform? (Descriptive, not causal.)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Data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Dataset: Class corpus “B50” — merged public comments from Instagram, X, and YouTube exports.</a:t>
            </a:r>
          </a:p>
          <a:p>
            <a:pPr>
              <a:defRPr sz="2000"/>
            </a:pPr>
            <a:r>
              <a:t>Size: 58,464 comments total — YouTube 45,623; Instagram 11,833; X 1,008.</a:t>
            </a:r>
          </a:p>
          <a:p>
            <a:pPr>
              <a:defRPr sz="2000"/>
            </a:pPr>
            <a:r>
              <a:t>Scope: Same topical scrape (sport–politics crossover; heavy Trump-related audience talk) across platforms so cross-platform comparisons are meaningful.</a:t>
            </a:r>
          </a:p>
          <a:p>
            <a:pPr>
              <a:defRPr sz="2000"/>
            </a:pPr>
            <a:r>
              <a:t>Why this data: Lets us describe how conflict/morality/polarization show up where sport and politics meet — and whether platform context matters.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Analytical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Key concepts: (1) Moralized = binary flag if text hits ≥1 of four keyword families (virtue/vice, harm/care, fairness/cheating, loyalty/betrayal). (2) Stance = pro-Trump, anti-Trump, partisan_other, neutral_unclear, or mixed — from transparent phrase/token lists (conservative; many real stances stay “neutral_unclear”).</a:t>
            </a:r>
          </a:p>
          <a:p>
            <a:pPr>
              <a:defRPr sz="2000"/>
            </a:pPr>
            <a:r>
              <a:t>Method: Automated keyword classification + descriptive tables; χ² for platform × stance with Cramér’s V; Spearman ρ for moralized vs log(1+likes) within platform; Wilson CIs on X.</a:t>
            </a:r>
          </a:p>
          <a:p>
            <a:pPr>
              <a:defRPr sz="2000"/>
            </a:pPr>
            <a:r>
              <a:t>Validation: Frozen dictionaries (keywords_v1.txt); manual double-coding spot-check (e.g., N=40: stance agreement vs automation ~57.5%; moralized ~87.5%) — see project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Volume: YouTube dominates raw N; X is small — we emphasize within-platform percentages.</a:t>
            </a:r>
          </a:p>
          <a:p>
            <a:pPr>
              <a:spcAft>
                <a:spcPts val="1000"/>
              </a:spcAft>
              <a:defRPr sz="1700"/>
            </a:pPr>
            <a:r>
              <a:t>Moralized % (within platform): Instagram ~2.4%; X ~5.1%; YouTube ~5.6%.</a:t>
            </a:r>
          </a:p>
          <a:p>
            <a:pPr>
              <a:spcAft>
                <a:spcPts val="1000"/>
              </a:spcAft>
              <a:defRPr sz="1700"/>
            </a:pPr>
            <a:r>
              <a:t>Polarization cues (dictionary-defined stance): Most rows are neutral_unclear; YouTube shows the largest pro-Trump share (~10.5% of YT comments) vs Instagram (~2.8%) and X (~5.8%). Association of platform x stance is statistically detectable but modest (Cramer's V ~ 0.09).</a:t>
            </a:r>
          </a:p>
          <a:p>
            <a:pPr>
              <a:spcAft>
                <a:spcPts val="1000"/>
              </a:spcAft>
              <a:defRPr sz="1700"/>
            </a:pPr>
            <a:r>
              <a:t>Engagement (descriptive): On X, pro-Trump-tagged comments show much higher mean likes than other stance buckets — timing/humor/controversy matter; this is not proof of “agreement.”</a:t>
            </a:r>
          </a:p>
        </p:txBody>
      </p:sp>
      <p:pic>
        <p:nvPicPr>
          <p:cNvPr id="4" name="Picture 3" descr="RWB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5156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Interpretation &amp;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So what: Hybrid sport–politics content pulls audiences into moral and partisan language; the mix differs by platform norms and who shows up — YouTube’s thread in this scrape carries more dictionary-visible pro-Trump cues than Instagram, with X in between on several metrics.</a:t>
            </a:r>
          </a:p>
          <a:p>
            <a:pPr>
              <a:defRPr sz="2000"/>
            </a:pPr>
            <a:r>
              <a:t>For sport organizations &amp; communicators: Expect political spillover in comments; plan moderation, community guidelines, and framing with eyes open to polarization — not only “game talk.”</a:t>
            </a:r>
          </a:p>
          <a:p>
            <a:pPr>
              <a:defRPr sz="2000"/>
            </a:pPr>
            <a:r>
              <a:t>Ethics &amp; limits: Keyword methods miss sarcasm/implicit opinion; B50 is not representative of all voters or all platforms; we report language patterns in this corpus, not “truth” of claims.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  <a:p/>
          <a:p>
            <a:r>
              <a:t>Repo: github.com/lizzyratcliff/Project-3-RWB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